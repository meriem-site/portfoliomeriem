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Linux Biolinum" panose="020B0604020202020204" charset="0"/>
      <p:regular r:id="rId9"/>
    </p:embeddedFont>
    <p:embeddedFont>
      <p:font typeface="Linux Biolinum Bold" panose="020B0604020202020204" charset="0"/>
      <p:regular r:id="rId10"/>
    </p:embeddedFont>
    <p:embeddedFont>
      <p:font typeface="Calibri" panose="020F0502020204030204" pitchFamily="34" charset="0"/>
      <p:regular r:id="rId11"/>
      <p:bold r:id="rId12"/>
      <p:italic r:id="rId13"/>
      <p:bold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2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4" name="TextBox 4"/>
          <p:cNvSpPr txBox="1"/>
          <p:nvPr/>
        </p:nvSpPr>
        <p:spPr>
          <a:xfrm>
            <a:off x="3906203" y="3216275"/>
            <a:ext cx="10750660" cy="4159249"/>
          </a:xfrm>
          <a:prstGeom prst="rect">
            <a:avLst/>
          </a:prstGeom>
        </p:spPr>
        <p:txBody>
          <a:bodyPr lIns="0" tIns="0" rIns="0" bIns="0" rtlCol="0" anchor="t">
            <a:spAutoFit/>
          </a:bodyPr>
          <a:lstStyle/>
          <a:p>
            <a:pPr algn="ctr">
              <a:lnSpc>
                <a:spcPts val="15999"/>
              </a:lnSpc>
            </a:pPr>
            <a:r>
              <a:rPr lang="en-US" sz="15999" b="1">
                <a:solidFill>
                  <a:srgbClr val="91612F"/>
                </a:solidFill>
                <a:latin typeface="Linux Biolinum Bold"/>
                <a:ea typeface="Linux Biolinum Bold"/>
                <a:cs typeface="Linux Biolinum Bold"/>
                <a:sym typeface="Linux Biolinum Bold"/>
              </a:rPr>
              <a:t>Notre plateforme</a:t>
            </a: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grpSp>
        <p:nvGrpSpPr>
          <p:cNvPr id="2" name="Group 2"/>
          <p:cNvGrpSpPr/>
          <p:nvPr/>
        </p:nvGrpSpPr>
        <p:grpSpPr>
          <a:xfrm>
            <a:off x="5729981" y="3826202"/>
            <a:ext cx="21938877" cy="6282365"/>
            <a:chOff x="0" y="0"/>
            <a:chExt cx="29251836" cy="8376487"/>
          </a:xfrm>
        </p:grpSpPr>
        <p:sp>
          <p:nvSpPr>
            <p:cNvPr id="3" name="TextBox 3"/>
            <p:cNvSpPr txBox="1"/>
            <p:nvPr/>
          </p:nvSpPr>
          <p:spPr>
            <a:xfrm>
              <a:off x="0" y="352425"/>
              <a:ext cx="29251836" cy="3397123"/>
            </a:xfrm>
            <a:prstGeom prst="rect">
              <a:avLst/>
            </a:prstGeom>
          </p:spPr>
          <p:txBody>
            <a:bodyPr lIns="0" tIns="0" rIns="0" bIns="0" rtlCol="0" anchor="t">
              <a:spAutoFit/>
            </a:bodyPr>
            <a:lstStyle/>
            <a:p>
              <a:pPr algn="l">
                <a:lnSpc>
                  <a:spcPts val="18464"/>
                </a:lnSpc>
              </a:pPr>
              <a:r>
                <a:rPr lang="en-US" sz="18464">
                  <a:solidFill>
                    <a:srgbClr val="91612F"/>
                  </a:solidFill>
                  <a:latin typeface="Linux Biolinum"/>
                  <a:ea typeface="Linux Biolinum"/>
                  <a:cs typeface="Linux Biolinum"/>
                  <a:sym typeface="Linux Biolinum"/>
                </a:rPr>
                <a:t>VENDO</a:t>
              </a:r>
            </a:p>
          </p:txBody>
        </p:sp>
        <p:sp>
          <p:nvSpPr>
            <p:cNvPr id="4" name="TextBox 4"/>
            <p:cNvSpPr txBox="1"/>
            <p:nvPr/>
          </p:nvSpPr>
          <p:spPr>
            <a:xfrm>
              <a:off x="0" y="7151030"/>
              <a:ext cx="29251836" cy="1225457"/>
            </a:xfrm>
            <a:prstGeom prst="rect">
              <a:avLst/>
            </a:prstGeom>
          </p:spPr>
          <p:txBody>
            <a:bodyPr lIns="0" tIns="0" rIns="0" bIns="0" rtlCol="0" anchor="t">
              <a:spAutoFit/>
            </a:bodyPr>
            <a:lstStyle/>
            <a:p>
              <a:pPr algn="l">
                <a:lnSpc>
                  <a:spcPts val="7747"/>
                </a:lnSpc>
              </a:pP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3" name="Freeform 3"/>
          <p:cNvSpPr/>
          <p:nvPr/>
        </p:nvSpPr>
        <p:spPr>
          <a:xfrm>
            <a:off x="11398735" y="3266569"/>
            <a:ext cx="6408969" cy="4870603"/>
          </a:xfrm>
          <a:custGeom>
            <a:avLst/>
            <a:gdLst/>
            <a:ahLst/>
            <a:cxnLst/>
            <a:rect l="l" t="t" r="r" b="b"/>
            <a:pathLst>
              <a:path w="6408969" h="4870603">
                <a:moveTo>
                  <a:pt x="0" y="0"/>
                </a:moveTo>
                <a:lnTo>
                  <a:pt x="6408969" y="0"/>
                </a:lnTo>
                <a:lnTo>
                  <a:pt x="6408969" y="4870603"/>
                </a:lnTo>
                <a:lnTo>
                  <a:pt x="0" y="4870603"/>
                </a:lnTo>
                <a:lnTo>
                  <a:pt x="0" y="0"/>
                </a:lnTo>
                <a:close/>
              </a:path>
            </a:pathLst>
          </a:custGeom>
          <a:blipFill>
            <a:blip r:embed="rId2"/>
            <a:stretch>
              <a:fillRect l="-17253" r="-17253"/>
            </a:stretch>
          </a:blipFill>
        </p:spPr>
        <p:txBody>
          <a:bodyPr/>
          <a:lstStyle/>
          <a:p>
            <a:endParaRPr lang="fr-FR"/>
          </a:p>
        </p:txBody>
      </p:sp>
      <p:sp>
        <p:nvSpPr>
          <p:cNvPr id="4" name="TextBox 4"/>
          <p:cNvSpPr txBox="1"/>
          <p:nvPr/>
        </p:nvSpPr>
        <p:spPr>
          <a:xfrm>
            <a:off x="1516711" y="987194"/>
            <a:ext cx="14593526" cy="1209675"/>
          </a:xfrm>
          <a:prstGeom prst="rect">
            <a:avLst/>
          </a:prstGeom>
        </p:spPr>
        <p:txBody>
          <a:bodyPr lIns="0" tIns="0" rIns="0" bIns="0" rtlCol="0" anchor="t">
            <a:spAutoFit/>
          </a:bodyPr>
          <a:lstStyle/>
          <a:p>
            <a:pPr algn="ctr">
              <a:lnSpc>
                <a:spcPts val="9000"/>
              </a:lnSpc>
            </a:pPr>
            <a:r>
              <a:rPr lang="en-US" sz="9000" b="1">
                <a:solidFill>
                  <a:srgbClr val="91612F"/>
                </a:solidFill>
                <a:latin typeface="Linux Biolinum Bold"/>
                <a:ea typeface="Linux Biolinum Bold"/>
                <a:cs typeface="Linux Biolinum Bold"/>
                <a:sym typeface="Linux Biolinum Bold"/>
              </a:rPr>
              <a:t>le nom de notre plateforme </a:t>
            </a:r>
          </a:p>
        </p:txBody>
      </p:sp>
      <p:sp>
        <p:nvSpPr>
          <p:cNvPr id="5" name="TextBox 5"/>
          <p:cNvSpPr txBox="1"/>
          <p:nvPr/>
        </p:nvSpPr>
        <p:spPr>
          <a:xfrm>
            <a:off x="1199578" y="2969598"/>
            <a:ext cx="9348742" cy="5521697"/>
          </a:xfrm>
          <a:prstGeom prst="rect">
            <a:avLst/>
          </a:prstGeom>
        </p:spPr>
        <p:txBody>
          <a:bodyPr lIns="0" tIns="0" rIns="0" bIns="0" rtlCol="0" anchor="t">
            <a:spAutoFit/>
          </a:bodyPr>
          <a:lstStyle/>
          <a:p>
            <a:pPr algn="just">
              <a:lnSpc>
                <a:spcPts val="3639"/>
              </a:lnSpc>
            </a:pPr>
            <a:r>
              <a:rPr lang="en-US" sz="3639" b="1" spc="181">
                <a:solidFill>
                  <a:srgbClr val="91612F"/>
                </a:solidFill>
                <a:latin typeface="Linux Biolinum Bold"/>
                <a:ea typeface="Linux Biolinum Bold"/>
                <a:cs typeface="Linux Biolinum Bold"/>
                <a:sym typeface="Linux Biolinum Bold"/>
              </a:rPr>
              <a:t>Nous avons choisi le nom VENDO en nous inspirant de l’idée de la vente, de l’achat et des annonces. Le nom est court, facile à retenir et moderne. Pour le logo, nous avons combiné les notions de recherche, de choix et de découverte, représentées par la cible et la loupe, avec le symbole du produit au centre. Cela reflète l’objectif du site : aider l’utilisateur à trouver les annonces et les produits qu’il recherche et à faire son choix.</a:t>
            </a:r>
          </a:p>
        </p:txBody>
      </p:sp>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grpSp>
        <p:nvGrpSpPr>
          <p:cNvPr id="5" name="Group 5"/>
          <p:cNvGrpSpPr/>
          <p:nvPr/>
        </p:nvGrpSpPr>
        <p:grpSpPr>
          <a:xfrm>
            <a:off x="3662037" y="730561"/>
            <a:ext cx="10550075" cy="2761183"/>
            <a:chOff x="0" y="0"/>
            <a:chExt cx="14066767" cy="3681578"/>
          </a:xfrm>
        </p:grpSpPr>
        <p:sp>
          <p:nvSpPr>
            <p:cNvPr id="6" name="TextBox 6"/>
            <p:cNvSpPr txBox="1"/>
            <p:nvPr/>
          </p:nvSpPr>
          <p:spPr>
            <a:xfrm>
              <a:off x="0" y="142875"/>
              <a:ext cx="14066767" cy="2819303"/>
            </a:xfrm>
            <a:prstGeom prst="rect">
              <a:avLst/>
            </a:prstGeom>
          </p:spPr>
          <p:txBody>
            <a:bodyPr lIns="0" tIns="0" rIns="0" bIns="0" rtlCol="0" anchor="t">
              <a:spAutoFit/>
            </a:bodyPr>
            <a:lstStyle/>
            <a:p>
              <a:pPr algn="ctr">
                <a:lnSpc>
                  <a:spcPts val="7965"/>
                </a:lnSpc>
              </a:pPr>
              <a:r>
                <a:rPr lang="en-US" sz="7965" b="1">
                  <a:solidFill>
                    <a:srgbClr val="91612F"/>
                  </a:solidFill>
                  <a:latin typeface="Linux Biolinum Bold"/>
                  <a:ea typeface="Linux Biolinum Bold"/>
                  <a:cs typeface="Linux Biolinum Bold"/>
                  <a:sym typeface="Linux Biolinum Bold"/>
                </a:rPr>
                <a:t>Le choix du slogan de VENDO</a:t>
              </a:r>
            </a:p>
          </p:txBody>
        </p:sp>
        <p:sp>
          <p:nvSpPr>
            <p:cNvPr id="7" name="TextBox 7"/>
            <p:cNvSpPr txBox="1"/>
            <p:nvPr/>
          </p:nvSpPr>
          <p:spPr>
            <a:xfrm>
              <a:off x="0" y="3466523"/>
              <a:ext cx="14066767" cy="215054"/>
            </a:xfrm>
            <a:prstGeom prst="rect">
              <a:avLst/>
            </a:prstGeom>
          </p:spPr>
          <p:txBody>
            <a:bodyPr lIns="0" tIns="0" rIns="0" bIns="0" rtlCol="0" anchor="t">
              <a:spAutoFit/>
            </a:bodyPr>
            <a:lstStyle/>
            <a:p>
              <a:pPr algn="l">
                <a:lnSpc>
                  <a:spcPts val="1100"/>
                </a:lnSpc>
              </a:pPr>
              <a:endParaRPr/>
            </a:p>
          </p:txBody>
        </p:sp>
      </p:grpSp>
      <p:sp>
        <p:nvSpPr>
          <p:cNvPr id="8" name="TextBox 8"/>
          <p:cNvSpPr txBox="1"/>
          <p:nvPr/>
        </p:nvSpPr>
        <p:spPr>
          <a:xfrm>
            <a:off x="2542853" y="3864348"/>
            <a:ext cx="12172148" cy="3995791"/>
          </a:xfrm>
          <a:prstGeom prst="rect">
            <a:avLst/>
          </a:prstGeom>
        </p:spPr>
        <p:txBody>
          <a:bodyPr lIns="0" tIns="0" rIns="0" bIns="0" rtlCol="0" anchor="t">
            <a:spAutoFit/>
          </a:bodyPr>
          <a:lstStyle/>
          <a:p>
            <a:pPr algn="just">
              <a:lnSpc>
                <a:spcPts val="3939"/>
              </a:lnSpc>
            </a:pPr>
            <a:r>
              <a:rPr lang="en-US" sz="3939" b="1" spc="196" dirty="0">
                <a:solidFill>
                  <a:srgbClr val="91612F"/>
                </a:solidFill>
                <a:latin typeface="Linux Biolinum Bold"/>
                <a:ea typeface="Linux Biolinum Bold"/>
                <a:cs typeface="Linux Biolinum Bold"/>
                <a:sym typeface="Linux Biolinum Bold"/>
              </a:rPr>
              <a:t>Nous </a:t>
            </a:r>
            <a:r>
              <a:rPr lang="en-US" sz="3939" b="1" spc="196" dirty="0" err="1">
                <a:solidFill>
                  <a:srgbClr val="91612F"/>
                </a:solidFill>
                <a:latin typeface="Linux Biolinum Bold"/>
                <a:ea typeface="Linux Biolinum Bold"/>
                <a:cs typeface="Linux Biolinum Bold"/>
                <a:sym typeface="Linux Biolinum Bold"/>
              </a:rPr>
              <a:t>avons</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choisi</a:t>
            </a:r>
            <a:r>
              <a:rPr lang="en-US" sz="3939" b="1" spc="196" dirty="0">
                <a:solidFill>
                  <a:srgbClr val="91612F"/>
                </a:solidFill>
                <a:latin typeface="Linux Biolinum Bold"/>
                <a:ea typeface="Linux Biolinum Bold"/>
                <a:cs typeface="Linux Biolinum Bold"/>
                <a:sym typeface="Linux Biolinum Bold"/>
              </a:rPr>
              <a:t> le slogan « Ton </a:t>
            </a:r>
            <a:r>
              <a:rPr lang="en-US" sz="3939" b="1" spc="196" dirty="0" err="1">
                <a:solidFill>
                  <a:srgbClr val="91612F"/>
                </a:solidFill>
                <a:latin typeface="Linux Biolinum Bold"/>
                <a:ea typeface="Linux Biolinum Bold"/>
                <a:cs typeface="Linux Biolinum Bold"/>
                <a:sym typeface="Linux Biolinum Bold"/>
              </a:rPr>
              <a:t>marché</a:t>
            </a:r>
            <a:r>
              <a:rPr lang="en-US" sz="3939" b="1" spc="196" dirty="0">
                <a:solidFill>
                  <a:srgbClr val="91612F"/>
                </a:solidFill>
                <a:latin typeface="Linux Biolinum Bold"/>
                <a:ea typeface="Linux Biolinum Bold"/>
                <a:cs typeface="Linux Biolinum Bold"/>
                <a:sym typeface="Linux Biolinum Bold"/>
              </a:rPr>
              <a:t>, ton </a:t>
            </a:r>
            <a:r>
              <a:rPr lang="en-US" sz="3939" b="1" spc="196" dirty="0" err="1" smtClean="0">
                <a:solidFill>
                  <a:srgbClr val="91612F"/>
                </a:solidFill>
                <a:latin typeface="Linux Biolinum Bold"/>
                <a:ea typeface="Linux Biolinum Bold"/>
                <a:cs typeface="Linux Biolinum Bold"/>
                <a:sym typeface="Linux Biolinum Bold"/>
              </a:rPr>
              <a:t>choix</a:t>
            </a:r>
            <a:r>
              <a:rPr lang="en-US" sz="3939" b="1" spc="196" dirty="0" smtClean="0">
                <a:solidFill>
                  <a:srgbClr val="91612F"/>
                </a:solidFill>
                <a:latin typeface="Linux Biolinum Bold"/>
                <a:ea typeface="Linux Biolinum Bold"/>
                <a:cs typeface="Linux Biolinum Bold"/>
                <a:sym typeface="Linux Biolinum Bold"/>
              </a:rPr>
              <a:t> </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parce</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qu’il</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représente</a:t>
            </a:r>
            <a:r>
              <a:rPr lang="en-US" sz="3939" b="1" spc="196" dirty="0">
                <a:solidFill>
                  <a:srgbClr val="91612F"/>
                </a:solidFill>
                <a:latin typeface="Linux Biolinum Bold"/>
                <a:ea typeface="Linux Biolinum Bold"/>
                <a:cs typeface="Linux Biolinum Bold"/>
                <a:sym typeface="Linux Biolinum Bold"/>
              </a:rPr>
              <a:t> de </a:t>
            </a:r>
            <a:r>
              <a:rPr lang="en-US" sz="3939" b="1" spc="196" dirty="0" err="1">
                <a:solidFill>
                  <a:srgbClr val="91612F"/>
                </a:solidFill>
                <a:latin typeface="Linux Biolinum Bold"/>
                <a:ea typeface="Linux Biolinum Bold"/>
                <a:cs typeface="Linux Biolinum Bold"/>
                <a:sym typeface="Linux Biolinum Bold"/>
              </a:rPr>
              <a:t>manière</a:t>
            </a:r>
            <a:r>
              <a:rPr lang="en-US" sz="3939" b="1" spc="196" dirty="0">
                <a:solidFill>
                  <a:srgbClr val="91612F"/>
                </a:solidFill>
                <a:latin typeface="Linux Biolinum Bold"/>
                <a:ea typeface="Linux Biolinum Bold"/>
                <a:cs typeface="Linux Biolinum Bold"/>
                <a:sym typeface="Linux Biolinum Bold"/>
              </a:rPr>
              <a:t> simple et </a:t>
            </a:r>
            <a:r>
              <a:rPr lang="en-US" sz="3939" b="1" spc="196" dirty="0" err="1">
                <a:solidFill>
                  <a:srgbClr val="91612F"/>
                </a:solidFill>
                <a:latin typeface="Linux Biolinum Bold"/>
                <a:ea typeface="Linux Biolinum Bold"/>
                <a:cs typeface="Linux Biolinum Bold"/>
                <a:sym typeface="Linux Biolinum Bold"/>
              </a:rPr>
              <a:t>directe</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l’idée</a:t>
            </a:r>
            <a:r>
              <a:rPr lang="en-US" sz="3939" b="1" spc="196" dirty="0">
                <a:solidFill>
                  <a:srgbClr val="91612F"/>
                </a:solidFill>
                <a:latin typeface="Linux Biolinum Bold"/>
                <a:ea typeface="Linux Biolinum Bold"/>
                <a:cs typeface="Linux Biolinum Bold"/>
                <a:sym typeface="Linux Biolinum Bold"/>
              </a:rPr>
              <a:t> du site : </a:t>
            </a:r>
            <a:r>
              <a:rPr lang="en-US" sz="3939" b="1" spc="196" dirty="0" err="1">
                <a:solidFill>
                  <a:srgbClr val="91612F"/>
                </a:solidFill>
                <a:latin typeface="Linux Biolinum Bold"/>
                <a:ea typeface="Linux Biolinum Bold"/>
                <a:cs typeface="Linux Biolinum Bold"/>
                <a:sym typeface="Linux Biolinum Bold"/>
              </a:rPr>
              <a:t>l’utilisateur</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est</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libre</a:t>
            </a:r>
            <a:r>
              <a:rPr lang="en-US" sz="3939" b="1" spc="196" dirty="0">
                <a:solidFill>
                  <a:srgbClr val="91612F"/>
                </a:solidFill>
                <a:latin typeface="Linux Biolinum Bold"/>
                <a:ea typeface="Linux Biolinum Bold"/>
                <a:cs typeface="Linux Biolinum Bold"/>
                <a:sym typeface="Linux Biolinum Bold"/>
              </a:rPr>
              <a:t> de </a:t>
            </a:r>
            <a:r>
              <a:rPr lang="en-US" sz="3939" b="1" spc="196" dirty="0" err="1">
                <a:solidFill>
                  <a:srgbClr val="91612F"/>
                </a:solidFill>
                <a:latin typeface="Linux Biolinum Bold"/>
                <a:ea typeface="Linux Biolinum Bold"/>
                <a:cs typeface="Linux Biolinum Bold"/>
                <a:sym typeface="Linux Biolinum Bold"/>
              </a:rPr>
              <a:t>découvrir</a:t>
            </a:r>
            <a:r>
              <a:rPr lang="en-US" sz="3939" b="1" spc="196" dirty="0">
                <a:solidFill>
                  <a:srgbClr val="91612F"/>
                </a:solidFill>
                <a:latin typeface="Linux Biolinum Bold"/>
                <a:ea typeface="Linux Biolinum Bold"/>
                <a:cs typeface="Linux Biolinum Bold"/>
                <a:sym typeface="Linux Biolinum Bold"/>
              </a:rPr>
              <a:t> les </a:t>
            </a:r>
            <a:r>
              <a:rPr lang="en-US" sz="3939" b="1" spc="196" dirty="0" err="1">
                <a:solidFill>
                  <a:srgbClr val="91612F"/>
                </a:solidFill>
                <a:latin typeface="Linux Biolinum Bold"/>
                <a:ea typeface="Linux Biolinum Bold"/>
                <a:cs typeface="Linux Biolinum Bold"/>
                <a:sym typeface="Linux Biolinum Bold"/>
              </a:rPr>
              <a:t>annonces</a:t>
            </a:r>
            <a:r>
              <a:rPr lang="en-US" sz="3939" b="1" spc="196" dirty="0">
                <a:solidFill>
                  <a:srgbClr val="91612F"/>
                </a:solidFill>
                <a:latin typeface="Linux Biolinum Bold"/>
                <a:ea typeface="Linux Biolinum Bold"/>
                <a:cs typeface="Linux Biolinum Bold"/>
                <a:sym typeface="Linux Biolinum Bold"/>
              </a:rPr>
              <a:t>, de </a:t>
            </a:r>
            <a:r>
              <a:rPr lang="en-US" sz="3939" b="1" spc="196" dirty="0" err="1">
                <a:solidFill>
                  <a:srgbClr val="91612F"/>
                </a:solidFill>
                <a:latin typeface="Linux Biolinum Bold"/>
                <a:ea typeface="Linux Biolinum Bold"/>
                <a:cs typeface="Linux Biolinum Bold"/>
                <a:sym typeface="Linux Biolinum Bold"/>
              </a:rPr>
              <a:t>choisir</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ce</a:t>
            </a:r>
            <a:r>
              <a:rPr lang="en-US" sz="3939" b="1" spc="196" dirty="0">
                <a:solidFill>
                  <a:srgbClr val="91612F"/>
                </a:solidFill>
                <a:latin typeface="Linux Biolinum Bold"/>
                <a:ea typeface="Linux Biolinum Bold"/>
                <a:cs typeface="Linux Biolinum Bold"/>
                <a:sym typeface="Linux Biolinum Bold"/>
              </a:rPr>
              <a:t> qui </a:t>
            </a:r>
            <a:r>
              <a:rPr lang="en-US" sz="3939" b="1" spc="196" dirty="0" err="1">
                <a:solidFill>
                  <a:srgbClr val="91612F"/>
                </a:solidFill>
                <a:latin typeface="Linux Biolinum Bold"/>
                <a:ea typeface="Linux Biolinum Bold"/>
                <a:cs typeface="Linux Biolinum Bold"/>
                <a:sym typeface="Linux Biolinum Bold"/>
              </a:rPr>
              <a:t>lui</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convient</a:t>
            </a:r>
            <a:r>
              <a:rPr lang="en-US" sz="3939" b="1" spc="196" dirty="0">
                <a:solidFill>
                  <a:srgbClr val="91612F"/>
                </a:solidFill>
                <a:latin typeface="Linux Biolinum Bold"/>
                <a:ea typeface="Linux Biolinum Bold"/>
                <a:cs typeface="Linux Biolinum Bold"/>
                <a:sym typeface="Linux Biolinum Bold"/>
              </a:rPr>
              <a:t> et </a:t>
            </a:r>
            <a:r>
              <a:rPr lang="en-US" sz="3939" b="1" spc="196" dirty="0" err="1">
                <a:solidFill>
                  <a:srgbClr val="91612F"/>
                </a:solidFill>
                <a:latin typeface="Linux Biolinum Bold"/>
                <a:ea typeface="Linux Biolinum Bold"/>
                <a:cs typeface="Linux Biolinum Bold"/>
                <a:sym typeface="Linux Biolinum Bold"/>
              </a:rPr>
              <a:t>d’exprimer</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ses</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besoins</a:t>
            </a:r>
            <a:r>
              <a:rPr lang="en-US" sz="3939" b="1" spc="196" dirty="0">
                <a:solidFill>
                  <a:srgbClr val="91612F"/>
                </a:solidFill>
                <a:latin typeface="Linux Biolinum Bold"/>
                <a:ea typeface="Linux Biolinum Bold"/>
                <a:cs typeface="Linux Biolinum Bold"/>
                <a:sym typeface="Linux Biolinum Bold"/>
              </a:rPr>
              <a:t> et </a:t>
            </a:r>
            <a:r>
              <a:rPr lang="en-US" sz="3939" b="1" spc="196" dirty="0" err="1">
                <a:solidFill>
                  <a:srgbClr val="91612F"/>
                </a:solidFill>
                <a:latin typeface="Linux Biolinum Bold"/>
                <a:ea typeface="Linux Biolinum Bold"/>
                <a:cs typeface="Linux Biolinum Bold"/>
                <a:sym typeface="Linux Biolinum Bold"/>
              </a:rPr>
              <a:t>ses</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préférences</a:t>
            </a:r>
            <a:r>
              <a:rPr lang="en-US" sz="3939" b="1" spc="196" dirty="0">
                <a:solidFill>
                  <a:srgbClr val="91612F"/>
                </a:solidFill>
                <a:latin typeface="Linux Biolinum Bold"/>
                <a:ea typeface="Linux Biolinum Bold"/>
                <a:cs typeface="Linux Biolinum Bold"/>
                <a:sym typeface="Linux Biolinum Bold"/>
              </a:rPr>
              <a:t>. Ce slogan met </a:t>
            </a:r>
            <a:r>
              <a:rPr lang="en-US" sz="3939" b="1" spc="196" dirty="0" err="1">
                <a:solidFill>
                  <a:srgbClr val="91612F"/>
                </a:solidFill>
                <a:latin typeface="Linux Biolinum Bold"/>
                <a:ea typeface="Linux Biolinum Bold"/>
                <a:cs typeface="Linux Biolinum Bold"/>
                <a:sym typeface="Linux Biolinum Bold"/>
              </a:rPr>
              <a:t>en</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avant</a:t>
            </a:r>
            <a:r>
              <a:rPr lang="en-US" sz="3939" b="1" spc="196" dirty="0">
                <a:solidFill>
                  <a:srgbClr val="91612F"/>
                </a:solidFill>
                <a:latin typeface="Linux Biolinum Bold"/>
                <a:ea typeface="Linux Biolinum Bold"/>
                <a:cs typeface="Linux Biolinum Bold"/>
                <a:sym typeface="Linux Biolinum Bold"/>
              </a:rPr>
              <a:t> les </a:t>
            </a:r>
            <a:r>
              <a:rPr lang="en-US" sz="3939" b="1" spc="196" dirty="0" err="1">
                <a:solidFill>
                  <a:srgbClr val="91612F"/>
                </a:solidFill>
                <a:latin typeface="Linux Biolinum Bold"/>
                <a:ea typeface="Linux Biolinum Bold"/>
                <a:cs typeface="Linux Biolinum Bold"/>
                <a:sym typeface="Linux Biolinum Bold"/>
              </a:rPr>
              <a:t>valeurs</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principales</a:t>
            </a:r>
            <a:r>
              <a:rPr lang="en-US" sz="3939" b="1" spc="196" dirty="0">
                <a:solidFill>
                  <a:srgbClr val="91612F"/>
                </a:solidFill>
                <a:latin typeface="Linux Biolinum Bold"/>
                <a:ea typeface="Linux Biolinum Bold"/>
                <a:cs typeface="Linux Biolinum Bold"/>
                <a:sym typeface="Linux Biolinum Bold"/>
              </a:rPr>
              <a:t> de VENDO : le </a:t>
            </a:r>
            <a:r>
              <a:rPr lang="en-US" sz="3939" b="1" spc="196" dirty="0" err="1">
                <a:solidFill>
                  <a:srgbClr val="91612F"/>
                </a:solidFill>
                <a:latin typeface="Linux Biolinum Bold"/>
                <a:ea typeface="Linux Biolinum Bold"/>
                <a:cs typeface="Linux Biolinum Bold"/>
                <a:sym typeface="Linux Biolinum Bold"/>
              </a:rPr>
              <a:t>marché</a:t>
            </a:r>
            <a:r>
              <a:rPr lang="en-US" sz="3939" b="1" spc="196" dirty="0">
                <a:solidFill>
                  <a:srgbClr val="91612F"/>
                </a:solidFill>
                <a:latin typeface="Linux Biolinum Bold"/>
                <a:ea typeface="Linux Biolinum Bold"/>
                <a:cs typeface="Linux Biolinum Bold"/>
                <a:sym typeface="Linux Biolinum Bold"/>
              </a:rPr>
              <a:t>, le </a:t>
            </a:r>
            <a:r>
              <a:rPr lang="en-US" sz="3939" b="1" spc="196" dirty="0" err="1">
                <a:solidFill>
                  <a:srgbClr val="91612F"/>
                </a:solidFill>
                <a:latin typeface="Linux Biolinum Bold"/>
                <a:ea typeface="Linux Biolinum Bold"/>
                <a:cs typeface="Linux Biolinum Bold"/>
                <a:sym typeface="Linux Biolinum Bold"/>
              </a:rPr>
              <a:t>choix</a:t>
            </a:r>
            <a:r>
              <a:rPr lang="en-US" sz="3939" b="1" spc="196" dirty="0">
                <a:solidFill>
                  <a:srgbClr val="91612F"/>
                </a:solidFill>
                <a:latin typeface="Linux Biolinum Bold"/>
                <a:ea typeface="Linux Biolinum Bold"/>
                <a:cs typeface="Linux Biolinum Bold"/>
                <a:sym typeface="Linux Biolinum Bold"/>
              </a:rPr>
              <a:t> et la </a:t>
            </a:r>
            <a:r>
              <a:rPr lang="en-US" sz="3939" b="1" spc="196" dirty="0" err="1">
                <a:solidFill>
                  <a:srgbClr val="91612F"/>
                </a:solidFill>
                <a:latin typeface="Linux Biolinum Bold"/>
                <a:ea typeface="Linux Biolinum Bold"/>
                <a:cs typeface="Linux Biolinum Bold"/>
                <a:sym typeface="Linux Biolinum Bold"/>
              </a:rPr>
              <a:t>voix</a:t>
            </a:r>
            <a:r>
              <a:rPr lang="en-US" sz="3939" b="1" spc="196" dirty="0">
                <a:solidFill>
                  <a:srgbClr val="91612F"/>
                </a:solidFill>
                <a:latin typeface="Linux Biolinum Bold"/>
                <a:ea typeface="Linux Biolinum Bold"/>
                <a:cs typeface="Linux Biolinum Bold"/>
                <a:sym typeface="Linux Biolinum Bold"/>
              </a:rPr>
              <a:t> de </a:t>
            </a:r>
            <a:r>
              <a:rPr lang="en-US" sz="3939" b="1" spc="196" dirty="0" err="1">
                <a:solidFill>
                  <a:srgbClr val="91612F"/>
                </a:solidFill>
                <a:latin typeface="Linux Biolinum Bold"/>
                <a:ea typeface="Linux Biolinum Bold"/>
                <a:cs typeface="Linux Biolinum Bold"/>
                <a:sym typeface="Linux Biolinum Bold"/>
              </a:rPr>
              <a:t>l’utilisateur</a:t>
            </a:r>
            <a:r>
              <a:rPr lang="en-US" sz="3939" b="1" spc="196" dirty="0">
                <a:solidFill>
                  <a:srgbClr val="91612F"/>
                </a:solidFill>
                <a:latin typeface="Linux Biolinum Bold"/>
                <a:ea typeface="Linux Biolinum Bold"/>
                <a:cs typeface="Linux Biolinum Bold"/>
                <a:sym typeface="Linux Biolinum Bold"/>
              </a:rPr>
              <a:t>.</a:t>
            </a:r>
          </a:p>
        </p:txBody>
      </p:sp>
    </p:spTree>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6" name="Freeform 6"/>
          <p:cNvSpPr/>
          <p:nvPr/>
        </p:nvSpPr>
        <p:spPr>
          <a:xfrm>
            <a:off x="2433938" y="1406733"/>
            <a:ext cx="13896578" cy="7851567"/>
          </a:xfrm>
          <a:custGeom>
            <a:avLst/>
            <a:gdLst/>
            <a:ahLst/>
            <a:cxnLst/>
            <a:rect l="l" t="t" r="r" b="b"/>
            <a:pathLst>
              <a:path w="13896578" h="7851567">
                <a:moveTo>
                  <a:pt x="0" y="0"/>
                </a:moveTo>
                <a:lnTo>
                  <a:pt x="13896578" y="0"/>
                </a:lnTo>
                <a:lnTo>
                  <a:pt x="13896578" y="7851567"/>
                </a:lnTo>
                <a:lnTo>
                  <a:pt x="0" y="7851567"/>
                </a:lnTo>
                <a:lnTo>
                  <a:pt x="0" y="0"/>
                </a:lnTo>
                <a:close/>
              </a:path>
            </a:pathLst>
          </a:custGeom>
          <a:blipFill>
            <a:blip r:embed="rId2"/>
            <a:stretch>
              <a:fillRect/>
            </a:stretch>
          </a:blipFill>
        </p:spPr>
        <p:txBody>
          <a:bodyPr/>
          <a:lstStyle/>
          <a:p>
            <a:endParaRPr lang="fr-F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5" name="TextBox 5"/>
          <p:cNvSpPr txBox="1"/>
          <p:nvPr/>
        </p:nvSpPr>
        <p:spPr>
          <a:xfrm>
            <a:off x="3382781" y="2424573"/>
            <a:ext cx="12172148" cy="5976991"/>
          </a:xfrm>
          <a:prstGeom prst="rect">
            <a:avLst/>
          </a:prstGeom>
        </p:spPr>
        <p:txBody>
          <a:bodyPr lIns="0" tIns="0" rIns="0" bIns="0" rtlCol="0" anchor="t">
            <a:spAutoFit/>
          </a:bodyPr>
          <a:lstStyle/>
          <a:p>
            <a:pPr algn="just">
              <a:lnSpc>
                <a:spcPts val="3939"/>
              </a:lnSpc>
            </a:pPr>
            <a:endParaRPr dirty="0"/>
          </a:p>
          <a:p>
            <a:pPr algn="just">
              <a:lnSpc>
                <a:spcPts val="3939"/>
              </a:lnSpc>
            </a:pPr>
            <a:endParaRPr dirty="0"/>
          </a:p>
          <a:p>
            <a:pPr algn="just">
              <a:lnSpc>
                <a:spcPts val="3939"/>
              </a:lnSpc>
            </a:pPr>
            <a:r>
              <a:rPr lang="en-US" sz="3939" b="1" spc="196" dirty="0">
                <a:solidFill>
                  <a:srgbClr val="91612F"/>
                </a:solidFill>
                <a:latin typeface="Linux Biolinum Bold"/>
                <a:ea typeface="Linux Biolinum Bold"/>
                <a:cs typeface="Linux Biolinum Bold"/>
                <a:sym typeface="Linux Biolinum Bold"/>
              </a:rPr>
              <a:t>Le logo et le slogan « Ton </a:t>
            </a:r>
            <a:r>
              <a:rPr lang="en-US" sz="3939" b="1" spc="196" dirty="0" err="1">
                <a:solidFill>
                  <a:srgbClr val="91612F"/>
                </a:solidFill>
                <a:latin typeface="Linux Biolinum Bold"/>
                <a:ea typeface="Linux Biolinum Bold"/>
                <a:cs typeface="Linux Biolinum Bold"/>
                <a:sym typeface="Linux Biolinum Bold"/>
              </a:rPr>
              <a:t>marché</a:t>
            </a:r>
            <a:r>
              <a:rPr lang="en-US" sz="3939" b="1" spc="196" dirty="0">
                <a:solidFill>
                  <a:srgbClr val="91612F"/>
                </a:solidFill>
                <a:latin typeface="Linux Biolinum Bold"/>
                <a:ea typeface="Linux Biolinum Bold"/>
                <a:cs typeface="Linux Biolinum Bold"/>
                <a:sym typeface="Linux Biolinum Bold"/>
              </a:rPr>
              <a:t>, ton </a:t>
            </a:r>
            <a:r>
              <a:rPr lang="en-US" sz="3939" b="1" spc="196" dirty="0" err="1" smtClean="0">
                <a:solidFill>
                  <a:srgbClr val="91612F"/>
                </a:solidFill>
                <a:latin typeface="Linux Biolinum Bold"/>
                <a:ea typeface="Linux Biolinum Bold"/>
                <a:cs typeface="Linux Biolinum Bold"/>
                <a:sym typeface="Linux Biolinum Bold"/>
              </a:rPr>
              <a:t>choix</a:t>
            </a:r>
            <a:r>
              <a:rPr lang="en-US" sz="3939" b="1" spc="196" dirty="0" smtClean="0">
                <a:solidFill>
                  <a:srgbClr val="91612F"/>
                </a:solidFill>
                <a:latin typeface="Linux Biolinum Bold"/>
                <a:ea typeface="Linux Biolinum Bold"/>
                <a:cs typeface="Linux Biolinum Bold"/>
                <a:sym typeface="Linux Biolinum Bold"/>
              </a:rPr>
              <a:t> </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sont</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adaptés</a:t>
            </a:r>
            <a:r>
              <a:rPr lang="en-US" sz="3939" b="1" spc="196" dirty="0">
                <a:solidFill>
                  <a:srgbClr val="91612F"/>
                </a:solidFill>
                <a:latin typeface="Linux Biolinum Bold"/>
                <a:ea typeface="Linux Biolinum Bold"/>
                <a:cs typeface="Linux Biolinum Bold"/>
                <a:sym typeface="Linux Biolinum Bold"/>
              </a:rPr>
              <a:t> à </a:t>
            </a:r>
            <a:r>
              <a:rPr lang="en-US" sz="3939" b="1" spc="196" dirty="0" err="1">
                <a:solidFill>
                  <a:srgbClr val="91612F"/>
                </a:solidFill>
                <a:latin typeface="Linux Biolinum Bold"/>
                <a:ea typeface="Linux Biolinum Bold"/>
                <a:cs typeface="Linux Biolinum Bold"/>
                <a:sym typeface="Linux Biolinum Bold"/>
              </a:rPr>
              <a:t>notre</a:t>
            </a:r>
            <a:r>
              <a:rPr lang="en-US" sz="3939" b="1" spc="196" dirty="0">
                <a:solidFill>
                  <a:srgbClr val="91612F"/>
                </a:solidFill>
                <a:latin typeface="Linux Biolinum Bold"/>
                <a:ea typeface="Linux Biolinum Bold"/>
                <a:cs typeface="Linux Biolinum Bold"/>
                <a:sym typeface="Linux Biolinum Bold"/>
              </a:rPr>
              <a:t> petite </a:t>
            </a:r>
            <a:r>
              <a:rPr lang="en-US" sz="3939" b="1" spc="196" dirty="0" err="1">
                <a:solidFill>
                  <a:srgbClr val="91612F"/>
                </a:solidFill>
                <a:latin typeface="Linux Biolinum Bold"/>
                <a:ea typeface="Linux Biolinum Bold"/>
                <a:cs typeface="Linux Biolinum Bold"/>
                <a:sym typeface="Linux Biolinum Bold"/>
              </a:rPr>
              <a:t>plateforme</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d’annonces</a:t>
            </a:r>
            <a:r>
              <a:rPr lang="en-US" sz="3939" b="1" spc="196" dirty="0">
                <a:solidFill>
                  <a:srgbClr val="91612F"/>
                </a:solidFill>
                <a:latin typeface="Linux Biolinum Bold"/>
                <a:ea typeface="Linux Biolinum Bold"/>
                <a:cs typeface="Linux Biolinum Bold"/>
                <a:sym typeface="Linux Biolinum Bold"/>
              </a:rPr>
              <a:t>, car </a:t>
            </a:r>
            <a:r>
              <a:rPr lang="en-US" sz="3939" b="1" spc="196" dirty="0" err="1">
                <a:solidFill>
                  <a:srgbClr val="91612F"/>
                </a:solidFill>
                <a:latin typeface="Linux Biolinum Bold"/>
                <a:ea typeface="Linux Biolinum Bold"/>
                <a:cs typeface="Linux Biolinum Bold"/>
                <a:sym typeface="Linux Biolinum Bold"/>
              </a:rPr>
              <a:t>ils</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représentent</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clairement</a:t>
            </a:r>
            <a:r>
              <a:rPr lang="en-US" sz="3939" b="1" spc="196" dirty="0">
                <a:solidFill>
                  <a:srgbClr val="91612F"/>
                </a:solidFill>
                <a:latin typeface="Linux Biolinum Bold"/>
                <a:ea typeface="Linux Biolinum Bold"/>
                <a:cs typeface="Linux Biolinum Bold"/>
                <a:sym typeface="Linux Biolinum Bold"/>
              </a:rPr>
              <a:t> son </a:t>
            </a:r>
            <a:r>
              <a:rPr lang="en-US" sz="3939" b="1" spc="196" dirty="0" err="1">
                <a:solidFill>
                  <a:srgbClr val="91612F"/>
                </a:solidFill>
                <a:latin typeface="Linux Biolinum Bold"/>
                <a:ea typeface="Linux Biolinum Bold"/>
                <a:cs typeface="Linux Biolinum Bold"/>
                <a:sym typeface="Linux Biolinum Bold"/>
              </a:rPr>
              <a:t>objectif</a:t>
            </a:r>
            <a:r>
              <a:rPr lang="en-US" sz="3939" b="1" spc="196" dirty="0">
                <a:solidFill>
                  <a:srgbClr val="91612F"/>
                </a:solidFill>
                <a:latin typeface="Linux Biolinum Bold"/>
                <a:ea typeface="Linux Biolinum Bold"/>
                <a:cs typeface="Linux Biolinum Bold"/>
                <a:sym typeface="Linux Biolinum Bold"/>
              </a:rPr>
              <a:t> : </a:t>
            </a:r>
            <a:r>
              <a:rPr lang="en-US" sz="3939" b="1" spc="196" dirty="0" err="1">
                <a:solidFill>
                  <a:srgbClr val="91612F"/>
                </a:solidFill>
                <a:latin typeface="Linux Biolinum Bold"/>
                <a:ea typeface="Linux Biolinum Bold"/>
                <a:cs typeface="Linux Biolinum Bold"/>
                <a:sym typeface="Linux Biolinum Bold"/>
              </a:rPr>
              <a:t>faciliter</a:t>
            </a:r>
            <a:r>
              <a:rPr lang="en-US" sz="3939" b="1" spc="196" dirty="0">
                <a:solidFill>
                  <a:srgbClr val="91612F"/>
                </a:solidFill>
                <a:latin typeface="Linux Biolinum Bold"/>
                <a:ea typeface="Linux Biolinum Bold"/>
                <a:cs typeface="Linux Biolinum Bold"/>
                <a:sym typeface="Linux Biolinum Bold"/>
              </a:rPr>
              <a:t> la </a:t>
            </a:r>
            <a:r>
              <a:rPr lang="en-US" sz="3939" b="1" spc="196" dirty="0" err="1">
                <a:solidFill>
                  <a:srgbClr val="91612F"/>
                </a:solidFill>
                <a:latin typeface="Linux Biolinum Bold"/>
                <a:ea typeface="Linux Biolinum Bold"/>
                <a:cs typeface="Linux Biolinum Bold"/>
                <a:sym typeface="Linux Biolinum Bold"/>
              </a:rPr>
              <a:t>découverte</a:t>
            </a:r>
            <a:r>
              <a:rPr lang="en-US" sz="3939" b="1" spc="196" dirty="0">
                <a:solidFill>
                  <a:srgbClr val="91612F"/>
                </a:solidFill>
                <a:latin typeface="Linux Biolinum Bold"/>
                <a:ea typeface="Linux Biolinum Bold"/>
                <a:cs typeface="Linux Biolinum Bold"/>
                <a:sym typeface="Linux Biolinum Bold"/>
              </a:rPr>
              <a:t> des </a:t>
            </a:r>
            <a:r>
              <a:rPr lang="en-US" sz="3939" b="1" spc="196" dirty="0" err="1">
                <a:solidFill>
                  <a:srgbClr val="91612F"/>
                </a:solidFill>
                <a:latin typeface="Linux Biolinum Bold"/>
                <a:ea typeface="Linux Biolinum Bold"/>
                <a:cs typeface="Linux Biolinum Bold"/>
                <a:sym typeface="Linux Biolinum Bold"/>
              </a:rPr>
              <a:t>annonces</a:t>
            </a:r>
            <a:r>
              <a:rPr lang="en-US" sz="3939" b="1" spc="196" dirty="0">
                <a:solidFill>
                  <a:srgbClr val="91612F"/>
                </a:solidFill>
                <a:latin typeface="Linux Biolinum Bold"/>
                <a:ea typeface="Linux Biolinum Bold"/>
                <a:cs typeface="Linux Biolinum Bold"/>
                <a:sym typeface="Linux Biolinum Bold"/>
              </a:rPr>
              <a:t> et </a:t>
            </a:r>
            <a:r>
              <a:rPr lang="en-US" sz="3939" b="1" spc="196" dirty="0" err="1">
                <a:solidFill>
                  <a:srgbClr val="91612F"/>
                </a:solidFill>
                <a:latin typeface="Linux Biolinum Bold"/>
                <a:ea typeface="Linux Biolinum Bold"/>
                <a:cs typeface="Linux Biolinum Bold"/>
                <a:sym typeface="Linux Biolinum Bold"/>
              </a:rPr>
              <a:t>permettre</a:t>
            </a:r>
            <a:r>
              <a:rPr lang="en-US" sz="3939" b="1" spc="196" dirty="0">
                <a:solidFill>
                  <a:srgbClr val="91612F"/>
                </a:solidFill>
                <a:latin typeface="Linux Biolinum Bold"/>
                <a:ea typeface="Linux Biolinum Bold"/>
                <a:cs typeface="Linux Biolinum Bold"/>
                <a:sym typeface="Linux Biolinum Bold"/>
              </a:rPr>
              <a:t> à </a:t>
            </a:r>
            <a:r>
              <a:rPr lang="en-US" sz="3939" b="1" spc="196" dirty="0" err="1">
                <a:solidFill>
                  <a:srgbClr val="91612F"/>
                </a:solidFill>
                <a:latin typeface="Linux Biolinum Bold"/>
                <a:ea typeface="Linux Biolinum Bold"/>
                <a:cs typeface="Linux Biolinum Bold"/>
                <a:sym typeface="Linux Biolinum Bold"/>
              </a:rPr>
              <a:t>chaque</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utilisateur</a:t>
            </a:r>
            <a:r>
              <a:rPr lang="en-US" sz="3939" b="1" spc="196" dirty="0">
                <a:solidFill>
                  <a:srgbClr val="91612F"/>
                </a:solidFill>
                <a:latin typeface="Linux Biolinum Bold"/>
                <a:ea typeface="Linux Biolinum Bold"/>
                <a:cs typeface="Linux Biolinum Bold"/>
                <a:sym typeface="Linux Biolinum Bold"/>
              </a:rPr>
              <a:t> de </a:t>
            </a:r>
            <a:r>
              <a:rPr lang="en-US" sz="3939" b="1" spc="196" dirty="0" err="1">
                <a:solidFill>
                  <a:srgbClr val="91612F"/>
                </a:solidFill>
                <a:latin typeface="Linux Biolinum Bold"/>
                <a:ea typeface="Linux Biolinum Bold"/>
                <a:cs typeface="Linux Biolinum Bold"/>
                <a:sym typeface="Linux Biolinum Bold"/>
              </a:rPr>
              <a:t>trouver</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ce</a:t>
            </a:r>
            <a:r>
              <a:rPr lang="en-US" sz="3939" b="1" spc="196" dirty="0">
                <a:solidFill>
                  <a:srgbClr val="91612F"/>
                </a:solidFill>
                <a:latin typeface="Linux Biolinum Bold"/>
                <a:ea typeface="Linux Biolinum Bold"/>
                <a:cs typeface="Linux Biolinum Bold"/>
                <a:sym typeface="Linux Biolinum Bold"/>
              </a:rPr>
              <a:t> qui correspond à </a:t>
            </a:r>
            <a:r>
              <a:rPr lang="en-US" sz="3939" b="1" spc="196" dirty="0" err="1">
                <a:solidFill>
                  <a:srgbClr val="91612F"/>
                </a:solidFill>
                <a:latin typeface="Linux Biolinum Bold"/>
                <a:ea typeface="Linux Biolinum Bold"/>
                <a:cs typeface="Linux Biolinum Bold"/>
                <a:sym typeface="Linux Biolinum Bold"/>
              </a:rPr>
              <a:t>ses</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besoins</a:t>
            </a:r>
            <a:r>
              <a:rPr lang="en-US" sz="3939" b="1" spc="196" dirty="0">
                <a:solidFill>
                  <a:srgbClr val="91612F"/>
                </a:solidFill>
                <a:latin typeface="Linux Biolinum Bold"/>
                <a:ea typeface="Linux Biolinum Bold"/>
                <a:cs typeface="Linux Biolinum Bold"/>
                <a:sym typeface="Linux Biolinum Bold"/>
              </a:rPr>
              <a:t>. Le design simple et </a:t>
            </a:r>
            <a:r>
              <a:rPr lang="en-US" sz="3939" b="1" spc="196" dirty="0" err="1">
                <a:solidFill>
                  <a:srgbClr val="91612F"/>
                </a:solidFill>
                <a:latin typeface="Linux Biolinum Bold"/>
                <a:ea typeface="Linux Biolinum Bold"/>
                <a:cs typeface="Linux Biolinum Bold"/>
                <a:sym typeface="Linux Biolinum Bold"/>
              </a:rPr>
              <a:t>moderne</a:t>
            </a:r>
            <a:r>
              <a:rPr lang="en-US" sz="3939" b="1" spc="196" dirty="0">
                <a:solidFill>
                  <a:srgbClr val="91612F"/>
                </a:solidFill>
                <a:latin typeface="Linux Biolinum Bold"/>
                <a:ea typeface="Linux Biolinum Bold"/>
                <a:cs typeface="Linux Biolinum Bold"/>
                <a:sym typeface="Linux Biolinum Bold"/>
              </a:rPr>
              <a:t> du logo le rend </a:t>
            </a:r>
            <a:r>
              <a:rPr lang="en-US" sz="3939" b="1" spc="196" dirty="0" err="1">
                <a:solidFill>
                  <a:srgbClr val="91612F"/>
                </a:solidFill>
                <a:latin typeface="Linux Biolinum Bold"/>
                <a:ea typeface="Linux Biolinum Bold"/>
                <a:cs typeface="Linux Biolinum Bold"/>
                <a:sym typeface="Linux Biolinum Bold"/>
              </a:rPr>
              <a:t>facilement</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reconnaissable</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tandis</a:t>
            </a:r>
            <a:r>
              <a:rPr lang="en-US" sz="3939" b="1" spc="196" dirty="0">
                <a:solidFill>
                  <a:srgbClr val="91612F"/>
                </a:solidFill>
                <a:latin typeface="Linux Biolinum Bold"/>
                <a:ea typeface="Linux Biolinum Bold"/>
                <a:cs typeface="Linux Biolinum Bold"/>
                <a:sym typeface="Linux Biolinum Bold"/>
              </a:rPr>
              <a:t> que le slogan met </a:t>
            </a:r>
            <a:r>
              <a:rPr lang="en-US" sz="3939" b="1" spc="196" dirty="0" err="1">
                <a:solidFill>
                  <a:srgbClr val="91612F"/>
                </a:solidFill>
                <a:latin typeface="Linux Biolinum Bold"/>
                <a:ea typeface="Linux Biolinum Bold"/>
                <a:cs typeface="Linux Biolinum Bold"/>
                <a:sym typeface="Linux Biolinum Bold"/>
              </a:rPr>
              <a:t>en</a:t>
            </a:r>
            <a:r>
              <a:rPr lang="en-US" sz="3939" b="1" spc="196" dirty="0">
                <a:solidFill>
                  <a:srgbClr val="91612F"/>
                </a:solidFill>
                <a:latin typeface="Linux Biolinum Bold"/>
                <a:ea typeface="Linux Biolinum Bold"/>
                <a:cs typeface="Linux Biolinum Bold"/>
                <a:sym typeface="Linux Biolinum Bold"/>
              </a:rPr>
              <a:t> </a:t>
            </a:r>
            <a:r>
              <a:rPr lang="en-US" sz="3939" b="1" spc="196" dirty="0" err="1">
                <a:solidFill>
                  <a:srgbClr val="91612F"/>
                </a:solidFill>
                <a:latin typeface="Linux Biolinum Bold"/>
                <a:ea typeface="Linux Biolinum Bold"/>
                <a:cs typeface="Linux Biolinum Bold"/>
                <a:sym typeface="Linux Biolinum Bold"/>
              </a:rPr>
              <a:t>avant</a:t>
            </a:r>
            <a:r>
              <a:rPr lang="en-US" sz="3939" b="1" spc="196" dirty="0">
                <a:solidFill>
                  <a:srgbClr val="91612F"/>
                </a:solidFill>
                <a:latin typeface="Linux Biolinum Bold"/>
                <a:ea typeface="Linux Biolinum Bold"/>
                <a:cs typeface="Linux Biolinum Bold"/>
                <a:sym typeface="Linux Biolinum Bold"/>
              </a:rPr>
              <a:t> le </a:t>
            </a:r>
            <a:r>
              <a:rPr lang="en-US" sz="3939" b="1" spc="196" dirty="0" err="1">
                <a:solidFill>
                  <a:srgbClr val="91612F"/>
                </a:solidFill>
                <a:latin typeface="Linux Biolinum Bold"/>
                <a:ea typeface="Linux Biolinum Bold"/>
                <a:cs typeface="Linux Biolinum Bold"/>
                <a:sym typeface="Linux Biolinum Bold"/>
              </a:rPr>
              <a:t>marché</a:t>
            </a:r>
            <a:r>
              <a:rPr lang="en-US" sz="3939" b="1" spc="196" dirty="0">
                <a:solidFill>
                  <a:srgbClr val="91612F"/>
                </a:solidFill>
                <a:latin typeface="Linux Biolinum Bold"/>
                <a:ea typeface="Linux Biolinum Bold"/>
                <a:cs typeface="Linux Biolinum Bold"/>
                <a:sym typeface="Linux Biolinum Bold"/>
              </a:rPr>
              <a:t>, le </a:t>
            </a:r>
            <a:r>
              <a:rPr lang="en-US" sz="3939" b="1" spc="196" dirty="0" err="1">
                <a:solidFill>
                  <a:srgbClr val="91612F"/>
                </a:solidFill>
                <a:latin typeface="Linux Biolinum Bold"/>
                <a:ea typeface="Linux Biolinum Bold"/>
                <a:cs typeface="Linux Biolinum Bold"/>
                <a:sym typeface="Linux Biolinum Bold"/>
              </a:rPr>
              <a:t>choix</a:t>
            </a:r>
            <a:r>
              <a:rPr lang="en-US" sz="3939" b="1" spc="196" dirty="0">
                <a:solidFill>
                  <a:srgbClr val="91612F"/>
                </a:solidFill>
                <a:latin typeface="Linux Biolinum Bold"/>
                <a:ea typeface="Linux Biolinum Bold"/>
                <a:cs typeface="Linux Biolinum Bold"/>
                <a:sym typeface="Linux Biolinum Bold"/>
              </a:rPr>
              <a:t> et la </a:t>
            </a:r>
            <a:r>
              <a:rPr lang="en-US" sz="3939" b="1" spc="196" dirty="0" err="1">
                <a:solidFill>
                  <a:srgbClr val="91612F"/>
                </a:solidFill>
                <a:latin typeface="Linux Biolinum Bold"/>
                <a:ea typeface="Linux Biolinum Bold"/>
                <a:cs typeface="Linux Biolinum Bold"/>
                <a:sym typeface="Linux Biolinum Bold"/>
              </a:rPr>
              <a:t>liberté</a:t>
            </a:r>
            <a:r>
              <a:rPr lang="en-US" sz="3939" b="1" spc="196" dirty="0">
                <a:solidFill>
                  <a:srgbClr val="91612F"/>
                </a:solidFill>
                <a:latin typeface="Linux Biolinum Bold"/>
                <a:ea typeface="Linux Biolinum Bold"/>
                <a:cs typeface="Linux Biolinum Bold"/>
                <a:sym typeface="Linux Biolinum Bold"/>
              </a:rPr>
              <a:t> de </a:t>
            </a:r>
            <a:r>
              <a:rPr lang="en-US" sz="3939" b="1" spc="196" dirty="0" err="1">
                <a:solidFill>
                  <a:srgbClr val="91612F"/>
                </a:solidFill>
                <a:latin typeface="Linux Biolinum Bold"/>
                <a:ea typeface="Linux Biolinum Bold"/>
                <a:cs typeface="Linux Biolinum Bold"/>
                <a:sym typeface="Linux Biolinum Bold"/>
              </a:rPr>
              <a:t>l’utilisateur</a:t>
            </a:r>
            <a:r>
              <a:rPr lang="en-US" sz="3939" b="1" spc="196" dirty="0">
                <a:solidFill>
                  <a:srgbClr val="91612F"/>
                </a:solidFill>
                <a:latin typeface="Linux Biolinum Bold"/>
                <a:ea typeface="Linux Biolinum Bold"/>
                <a:cs typeface="Linux Biolinum Bold"/>
                <a:sym typeface="Linux Biolinum Bold"/>
              </a:rPr>
              <a:t>.</a:t>
            </a:r>
          </a:p>
        </p:txBody>
      </p:sp>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4071022" y="4043183"/>
            <a:ext cx="8526421" cy="2375042"/>
          </a:xfrm>
          <a:prstGeom prst="rect">
            <a:avLst/>
          </a:prstGeom>
        </p:spPr>
        <p:txBody>
          <a:bodyPr lIns="0" tIns="0" rIns="0" bIns="0" rtlCol="0" anchor="t">
            <a:spAutoFit/>
          </a:bodyPr>
          <a:lstStyle/>
          <a:p>
            <a:pPr algn="l">
              <a:lnSpc>
                <a:spcPts val="17755"/>
              </a:lnSpc>
            </a:pPr>
            <a:r>
              <a:rPr lang="en-US" sz="17755">
                <a:solidFill>
                  <a:srgbClr val="91612F"/>
                </a:solidFill>
                <a:latin typeface="Linux Biolinum"/>
                <a:ea typeface="Linux Biolinum"/>
                <a:cs typeface="Linux Biolinum"/>
                <a:sym typeface="Linux Biolinum"/>
              </a:rPr>
              <a:t>MERCI</a:t>
            </a: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248</Words>
  <Application>Microsoft Office PowerPoint</Application>
  <PresentationFormat>Personnalisé</PresentationFormat>
  <Paragraphs>10</Paragraphs>
  <Slides>7</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vt:i4>
      </vt:variant>
    </vt:vector>
  </HeadingPairs>
  <TitlesOfParts>
    <vt:vector size="12" baseType="lpstr">
      <vt:lpstr>Linux Biolinum</vt:lpstr>
      <vt:lpstr>Linux Biolinum Bold</vt:lpstr>
      <vt:lpstr>Calibri</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Notre plateforme</dc:title>
  <cp:lastModifiedBy>Maher Fattouh</cp:lastModifiedBy>
  <cp:revision>3</cp:revision>
  <dcterms:created xsi:type="dcterms:W3CDTF">2006-08-16T00:00:00Z</dcterms:created>
  <dcterms:modified xsi:type="dcterms:W3CDTF">2026-10-05T18:33:25Z</dcterms:modified>
  <dc:identifier>DAHWJMHdkDE</dc:identifier>
</cp:coreProperties>
</file>